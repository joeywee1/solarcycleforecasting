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9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9D992-ABCD-4FBF-180F-F2971F7A5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951B6-4022-FC50-7E0D-52B937991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9A58B-8334-7225-7CDA-1353679A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6681F-7480-19BD-1378-3872B96A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9403D-AC6B-6FA5-9C55-61D08E86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16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57FB-02AA-ABC8-4C06-D1962F97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B2E97-3EEA-6B7B-C713-B161A408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CB8FC-7430-5124-CB3E-05F3EA3F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A5589-736F-2E51-37F6-C26892C0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2776A-FFFF-E521-1BF8-FE73483D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23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84906-ABC6-1529-EE11-090CDF41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6F5B-BA57-901E-44C5-2F1DDEA1F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DFB65-A799-486D-44BB-955F3C4F5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A52CD-9E23-CC5F-ABA6-BD73C2599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52741-C827-83E7-42D1-CFBD49B5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417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EE9A-930C-3C6A-AC8C-EF4446A9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CF496-A630-A41F-ECA7-7DF089085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B4560-24FD-B265-4CD2-851DC3145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DB64C-DEF6-D5CA-B189-407AD8FE1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5BC5E-792D-5EA3-A6BC-7F26CC16A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CB857-B8D8-5356-5DB4-51AAEC189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439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1077-8ED6-389A-A0E3-45B1C4185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0BF3C-E837-891C-BE8C-17F45F901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8E560-6B7D-AC75-1F98-7E918A5AF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48F65-BE83-7C43-9ABC-70BC2E89F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AB2E8-6C54-D55F-CCA9-CAA398D7F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B5814-3280-1C96-4C1C-474ABC8E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C9234-DEFD-A4E3-5ED0-4A508ACE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63C8E-57EC-E6B4-2E69-4064C97FB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448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6C82-1E1D-9306-4607-C557405B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740E0-746B-BD32-D155-E51FEE490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92CC5-FB4C-F4FB-91A2-E5FF2AB6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AB47A-A731-25E7-6895-50CCC5EE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89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B137E-07A9-849D-077A-4DEFCEF4E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18DF2-0B15-C1B1-AA55-8B8EF189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19AF9-BFB9-983E-EF20-15D60399A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108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E9CA-92A9-03BD-10F5-C616F8BB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33B0-5748-FE4D-F25E-427B3D5D6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4EACE-6554-60DF-C4FB-2AF3742C7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F2F90-8C7B-1661-75AD-30BB0E3B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922F6-A231-DE41-8598-514C5920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FEDE4-CF47-3790-3848-92CA82F0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18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15E5-5566-F504-DA19-7D9CA5D4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2ACA7-43F5-CD16-0D19-AF53C6E2B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97DD5-25E1-0323-8A2B-EC8D6E9FC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9642D-B469-0034-3D51-82D78890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E54A7-FB68-EB77-A63C-076AF9D7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2B37-0CAE-8A2F-B170-1FE989420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91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7882-00EB-EC48-FD65-BFB93C8D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71C1A-7063-B6BD-2773-37B673314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7C1F-8423-8E2A-489C-08DBEB1B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048DD-6436-E5DC-EDAC-96C6304C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AAEF5-998A-8D50-86D7-21C1AF15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91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99F46-4608-E25C-C777-3B922991F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7A950-FDCB-A76D-0B4A-940E58F08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2090F-247E-3DF3-8181-6C07AC00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F50E-7E52-57D0-1951-9D991266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9265-45D8-59D4-597B-0E56FC7E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62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CED13-B797-D293-47BF-0D838C14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EF591-BB2C-3116-5145-A480955FD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72832-3302-6B95-229A-D40D2BBD1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2EBCB-6EBA-4B00-9A06-8146B2CD3D7C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95C07-7F74-4063-5837-5471594EB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5CAC9-E99B-C0FE-6DF2-A659F7FD2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6F161-39EA-44E8-92EA-45F9C2E517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B20B-7572-E8CA-8F22-61484FEA2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Project Meeting May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1FF03-56E8-B5CE-4DF0-A6CAAF171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2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4C7-C86B-7793-B748-DAB6412E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ARIMA </a:t>
            </a:r>
            <a:r>
              <a:rPr lang="en-GB" dirty="0" err="1"/>
              <a:t>Downsamplings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2227C-FB37-4C0C-741B-66DFA57B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Year</a:t>
            </a:r>
          </a:p>
          <a:p>
            <a:r>
              <a:rPr lang="en-GB" dirty="0"/>
              <a:t>6Me</a:t>
            </a:r>
          </a:p>
          <a:p>
            <a:r>
              <a:rPr lang="en-GB" dirty="0" err="1"/>
              <a:t>GapMe</a:t>
            </a:r>
            <a:endParaRPr lang="en-GB" dirty="0"/>
          </a:p>
          <a:p>
            <a:r>
              <a:rPr lang="en-GB" dirty="0"/>
              <a:t>Me: removed due to extensive interpolation</a:t>
            </a:r>
          </a:p>
        </p:txBody>
      </p:sp>
    </p:spTree>
    <p:extLst>
      <p:ext uri="{BB962C8B-B14F-4D97-AF65-F5344CB8AC3E}">
        <p14:creationId xmlns:p14="http://schemas.microsoft.com/office/powerpoint/2010/main" val="3109378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EC55-2623-7A5A-0487-1B95D580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Datasplit</a:t>
            </a:r>
            <a:r>
              <a:rPr lang="en-GB" dirty="0"/>
              <a:t> chronological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4D388-9C1F-4508-57D2-B654FD9B7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18579"/>
            <a:ext cx="10515600" cy="1358383"/>
          </a:xfrm>
        </p:spPr>
        <p:txBody>
          <a:bodyPr/>
          <a:lstStyle/>
          <a:p>
            <a:r>
              <a:rPr lang="en-GB" dirty="0"/>
              <a:t>Inconsistent variance: log transform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79244-44A4-E2E6-FE80-3B7FE9865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588"/>
            <a:ext cx="12192000" cy="322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692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CB76-73DA-A790-703F-6852F705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ACF/PACF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5D7FB-04DA-3063-D564-1FA276F22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6803"/>
            <a:ext cx="10515600" cy="1530262"/>
          </a:xfrm>
        </p:spPr>
        <p:txBody>
          <a:bodyPr>
            <a:normAutofit/>
          </a:bodyPr>
          <a:lstStyle/>
          <a:p>
            <a:r>
              <a:rPr lang="en-GB" dirty="0"/>
              <a:t>Looks stationary</a:t>
            </a:r>
          </a:p>
          <a:p>
            <a:r>
              <a:rPr lang="en-GB" dirty="0"/>
              <a:t>Sinusoid corresponds with expected period</a:t>
            </a:r>
          </a:p>
          <a:p>
            <a:r>
              <a:rPr lang="en-GB" dirty="0"/>
              <a:t>Lack of data to show full cycle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5E4CC-C7B5-5FD3-A76B-A47B93823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369" y="200935"/>
            <a:ext cx="7068431" cy="469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4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66A0-0E02-F5A0-CB16-514975E9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_year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41A3F0-6CF3-EBEA-22EE-AF040A336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1338"/>
            <a:ext cx="10515600" cy="277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4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D100-BC84-3977-3298-06AA19C2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_6me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42D0F4-47DC-3009-7D73-F3B58748E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1338"/>
            <a:ext cx="10515600" cy="277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3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5CD4-CCF8-59EC-FF00-9965EFE8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</a:t>
            </a:r>
            <a:r>
              <a:rPr lang="en-GB" dirty="0" err="1"/>
              <a:t>gapme</a:t>
            </a:r>
            <a:r>
              <a:rPr lang="en-GB" dirty="0"/>
              <a:t>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CC2AF-FF76-5B4A-7068-966A0EDC8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1338"/>
            <a:ext cx="10515600" cy="277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19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C1EF-1441-0B3B-4118-9BD12FF4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Fourier ARIMA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634D0-70BA-6C19-6CDF-ACAA3D1AE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326011"/>
            <a:ext cx="10515600" cy="13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49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5DDF-1026-DEBA-DF0F-F998F53C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E0B3F-DFF8-49C9-55BD-261E876C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ACF/PACF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A359F7-3F32-B86A-D805-2AB364666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8971" y="1146811"/>
            <a:ext cx="8483029" cy="5636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7B8B48-63D5-846F-0A76-3A26A2662305}"/>
              </a:ext>
            </a:extLst>
          </p:cNvPr>
          <p:cNvSpPr txBox="1"/>
          <p:nvPr/>
        </p:nvSpPr>
        <p:spPr>
          <a:xfrm>
            <a:off x="297951" y="1613043"/>
            <a:ext cx="29795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Looks stationary</a:t>
            </a:r>
          </a:p>
          <a:p>
            <a:pPr marL="285750" indent="-285750">
              <a:buFontTx/>
              <a:buChar char="-"/>
            </a:pPr>
            <a:r>
              <a:rPr lang="en-GB" dirty="0"/>
              <a:t>Looks dependent on very short-term effects.</a:t>
            </a:r>
          </a:p>
        </p:txBody>
      </p:sp>
    </p:spTree>
    <p:extLst>
      <p:ext uri="{BB962C8B-B14F-4D97-AF65-F5344CB8AC3E}">
        <p14:creationId xmlns:p14="http://schemas.microsoft.com/office/powerpoint/2010/main" val="321661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6400-1A83-1193-518D-43B8912CA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70854-C556-2E5C-2710-9A396465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_year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5BFB1-64B9-BBA7-76FE-1E53DCF96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8884"/>
            <a:ext cx="10140593" cy="504481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67EBB7-EE97-308B-C69A-78FD526B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63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5CD8-B86C-1EB0-6DBB-892C3CC6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5163-E149-21EF-9485-289E73B1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_6me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A560E-10CA-E1D0-549B-3599665E9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5" y="1481433"/>
            <a:ext cx="10140593" cy="503972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F506DC-4DA6-27E3-A9A4-B3C1D7EE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770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F0AD-A945-A5AB-7DE3-51DE03F7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3DC0-CDF9-0BE9-EA0E-78148370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_</a:t>
            </a:r>
            <a:r>
              <a:rPr lang="en-GB" dirty="0" err="1"/>
              <a:t>gapme</a:t>
            </a:r>
            <a:r>
              <a:rPr lang="en-GB" dirty="0"/>
              <a:t> </a:t>
            </a:r>
            <a:r>
              <a:rPr lang="en-GB" dirty="0" err="1"/>
              <a:t>downsample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C5FB25-D310-0529-3303-5D4BEDB4E3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264" y="1825625"/>
            <a:ext cx="87554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5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AD6F0-E880-06F0-26FF-998A2059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E11B4-B31F-EF41-CDCD-499C231E2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ARIMA dominated by Fourier term</a:t>
            </a:r>
          </a:p>
          <a:p>
            <a:r>
              <a:rPr lang="en-GB" dirty="0"/>
              <a:t>ARIMA forces </a:t>
            </a:r>
            <a:r>
              <a:rPr lang="en-GB" dirty="0" err="1"/>
              <a:t>downsampling</a:t>
            </a:r>
            <a:r>
              <a:rPr lang="en-GB" dirty="0"/>
              <a:t>: makes our limited training data even worse.</a:t>
            </a:r>
          </a:p>
          <a:p>
            <a:r>
              <a:rPr lang="en-GB" dirty="0"/>
              <a:t>Motivates GPR which can deal with different values intervals.</a:t>
            </a:r>
          </a:p>
          <a:p>
            <a:endParaRPr lang="en-GB" dirty="0"/>
          </a:p>
          <a:p>
            <a:r>
              <a:rPr lang="en-GB" dirty="0"/>
              <a:t>Discussion of project goals: implement </a:t>
            </a:r>
            <a:r>
              <a:rPr lang="en-GB"/>
              <a:t>the forecast?</a:t>
            </a:r>
            <a:endParaRPr lang="en-GB" dirty="0"/>
          </a:p>
          <a:p>
            <a:r>
              <a:rPr lang="en-GB" dirty="0"/>
              <a:t>Questions about key paper:</a:t>
            </a:r>
          </a:p>
          <a:p>
            <a:pPr lvl="1"/>
            <a:r>
              <a:rPr lang="en-GB" dirty="0"/>
              <a:t>What progress has been made on the recommendations in the paper?</a:t>
            </a:r>
          </a:p>
          <a:p>
            <a:pPr lvl="1"/>
            <a:r>
              <a:rPr lang="en-GB" dirty="0"/>
              <a:t>What is the current state of the work?</a:t>
            </a:r>
          </a:p>
        </p:txBody>
      </p:sp>
    </p:spTree>
    <p:extLst>
      <p:ext uri="{BB962C8B-B14F-4D97-AF65-F5344CB8AC3E}">
        <p14:creationId xmlns:p14="http://schemas.microsoft.com/office/powerpoint/2010/main" val="205939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136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Project Meeting May 19</vt:lpstr>
      <vt:lpstr>ARIMA Downsamplings</vt:lpstr>
      <vt:lpstr>Datasplit chronological</vt:lpstr>
      <vt:lpstr>ACF/PACF</vt:lpstr>
      <vt:lpstr>_year downsample</vt:lpstr>
      <vt:lpstr>_6me downsample</vt:lpstr>
      <vt:lpstr>_gapme downsample</vt:lpstr>
      <vt:lpstr>Fourier ARIMA</vt:lpstr>
      <vt:lpstr>New ACF/PACF</vt:lpstr>
      <vt:lpstr>_year downsample</vt:lpstr>
      <vt:lpstr>_6me downsample</vt:lpstr>
      <vt:lpstr>_gapme downsample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Wee</dc:creator>
  <cp:lastModifiedBy>Joey Wee</cp:lastModifiedBy>
  <cp:revision>3</cp:revision>
  <dcterms:created xsi:type="dcterms:W3CDTF">2026-05-19T10:30:37Z</dcterms:created>
  <dcterms:modified xsi:type="dcterms:W3CDTF">2026-05-19T16:01:04Z</dcterms:modified>
</cp:coreProperties>
</file>